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</a:t>
            </a:r>
            <a:r>
              <a:rPr lang="en-IN" dirty="0"/>
              <a:t> Shubham Kumar</a:t>
            </a:r>
            <a:endParaRPr dirty="0"/>
          </a:p>
          <a:p>
            <a:r>
              <a:rPr dirty="0"/>
              <a:t>Task 3 - 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includes Customer, Product, Sales, Profit, Quantity &amp; Region.</a:t>
            </a:r>
          </a:p>
          <a:p>
            <a:r>
              <a:t>• Used to perform business analytics and generate insights.</a:t>
            </a:r>
          </a:p>
          <a:p>
            <a:r>
              <a:t>• Helps understand customer segments and performance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Standardized date formats.</a:t>
            </a:r>
          </a:p>
          <a:p>
            <a:r>
              <a:t>• Removed duplicates and cleaned text fields.</a:t>
            </a:r>
          </a:p>
          <a:p>
            <a:r>
              <a:t>• Corrected data types for Sales, Profit, and Dates.</a:t>
            </a:r>
          </a:p>
          <a:p>
            <a:r>
              <a:t>• Ensured structured dataset for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= SUM(Sales[Sales])</a:t>
            </a:r>
          </a:p>
          <a:p>
            <a:endParaRPr/>
          </a:p>
          <a:p>
            <a:r>
              <a:t>Total Profit = SUM(Sales[Profit])</a:t>
            </a:r>
          </a:p>
          <a:p>
            <a:endParaRPr/>
          </a:p>
          <a:p>
            <a:r>
              <a:t>Total Quantity = SUM(Sales[Quantity])</a:t>
            </a:r>
          </a:p>
          <a:p>
            <a:endParaRPr/>
          </a:p>
          <a:p>
            <a:r>
              <a:t>Customer Count = DISTINCTCOUNT(Sales[Customer Name])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 for overall performance.</a:t>
            </a:r>
          </a:p>
          <a:p>
            <a:r>
              <a:t>• Donut chart showing customer segment distribution.</a:t>
            </a:r>
          </a:p>
          <a:p>
            <a:r>
              <a:t>• Geographical map showing customer count by region.</a:t>
            </a:r>
          </a:p>
          <a:p>
            <a:r>
              <a:t>• Bar chart showing customer count by ship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Consumer segment has the highest customer contribution.</a:t>
            </a:r>
          </a:p>
          <a:p>
            <a:r>
              <a:t>• Customer distribution varies across states based on region.</a:t>
            </a:r>
          </a:p>
          <a:p>
            <a:r>
              <a:t>• Shipping trends vary across times and dates.</a:t>
            </a:r>
          </a:p>
          <a:p>
            <a:r>
              <a:t>• Dashboard supports decision making and business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Superstore Sales Dashboard</vt:lpstr>
      <vt:lpstr>Dataset Overview</vt:lpstr>
      <vt:lpstr>Data Cleaning Performed</vt:lpstr>
      <vt:lpstr>DAX Measures Used</vt:lpstr>
      <vt:lpstr>Dashboard Visualizations</vt:lpstr>
      <vt:lpstr>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shubham Kumar</cp:lastModifiedBy>
  <cp:revision>2</cp:revision>
  <dcterms:created xsi:type="dcterms:W3CDTF">2013-01-27T09:14:16Z</dcterms:created>
  <dcterms:modified xsi:type="dcterms:W3CDTF">2025-11-12T08:53:09Z</dcterms:modified>
  <cp:category/>
</cp:coreProperties>
</file>